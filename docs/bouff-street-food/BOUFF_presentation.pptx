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1717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19202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i="1" spc="200" kern="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9200" b="1" i="1" spc="200" kern="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OUFF</a:t>
            </a:r>
            <a:endParaRPr lang="en-US" sz="9200" dirty="0"/>
          </a:p>
        </p:txBody>
      </p:sp>
      <p:sp>
        <p:nvSpPr>
          <p:cNvPr id="4" name="Shape 2"/>
          <p:cNvSpPr/>
          <p:nvPr/>
        </p:nvSpPr>
        <p:spPr>
          <a:xfrm>
            <a:off x="4937760" y="3246120"/>
            <a:ext cx="2286000" cy="0"/>
          </a:xfrm>
          <a:prstGeom prst="line">
            <a:avLst/>
          </a:prstGeom>
          <a:noFill/>
          <a:ln w="1905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BOUFFE. BON PRIX. BON MOOD.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 food américaine, moderne et accessible — Parakou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 •  Menu  •  Prix  •  Budget  •  Branding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&amp; positionnement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Street-food moderne inspirée de la culture américaine, adaptée au marché de Parakou.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072030" cy="548640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Gourmande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3550" y="1874520"/>
            <a:ext cx="2072030" cy="548640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3550" y="18745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58461" y="1874520"/>
            <a:ext cx="2072030" cy="548640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58461" y="18745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3371" y="1874520"/>
            <a:ext cx="2072030" cy="548640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3371" y="18745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Jeune &amp; urbaine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568282" y="1874520"/>
            <a:ext cx="2072030" cy="548640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68282" y="18745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premium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2A2A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743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: 3 000–4 000 F        PRIX : à partir de 1 500 F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🍔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Smash Burger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133165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2133165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717689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🥙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3717689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Kebab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302214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🍗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302214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Pop's Chicken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86738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🍟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886738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Fries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471263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🍟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8471263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Frites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055787" y="3840480"/>
            <a:ext cx="15845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🥤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10055787" y="443484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Boissons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de lancement complet dès l'ouverture — pas de phasage.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prix — Burger &amp; Pop's Chicken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44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🍔 SMASH BURGER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212080" cy="1920240"/>
        </p:xfrm>
        <a:graphic>
          <a:graphicData uri="http://schemas.openxmlformats.org/drawingml/2006/table">
            <a:tbl>
              <a:tblPr/>
              <a:tblGrid>
                <a:gridCol w="2084832"/>
                <a:gridCol w="1042416"/>
                <a:gridCol w="1042416"/>
                <a:gridCol w="1042416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Frites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Steak haché smashé, cheddar, salade, sauce maison, oignons, tomate.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444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🍗 POP'S CHICKEN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03520" cy="1920240"/>
        </p:xfrm>
        <a:graphic>
          <a:graphicData uri="http://schemas.openxmlformats.org/drawingml/2006/table">
            <a:tbl>
              <a:tblPr/>
              <a:tblGrid>
                <a:gridCol w="2121408"/>
                <a:gridCol w="1060704"/>
                <a:gridCol w="1060704"/>
                <a:gridCol w="1060704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Frites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Ailes (6 pcs)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Pilon (2 pcs)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(4+4)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09360" y="3931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Poulet croustillant, épices maison, sauce au choix.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 name="Slide 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prix — Kebab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48640" y="1828800"/>
          <a:ext cx="5212080" cy="1920240"/>
        </p:xfrm>
        <a:graphic>
          <a:graphicData uri="http://schemas.openxmlformats.org/drawingml/2006/table">
            <a:tbl>
              <a:tblPr/>
              <a:tblGrid>
                <a:gridCol w="2084832"/>
                <a:gridCol w="1042416"/>
                <a:gridCol w="1042416"/>
                <a:gridCol w="1042416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Frites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Poulet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Bœuf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2 300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2 300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Viande marinée, légumes frais, sauce maison, pain wrap.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444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🥙 KEBAB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309360" y="1828800"/>
          <a:ext cx="5303520" cy="1920240"/>
        </p:xfrm>
        <a:graphic>
          <a:graphicData uri="http://schemas.openxmlformats.org/drawingml/2006/table">
            <a:tbl>
              <a:tblPr/>
              <a:tblGrid>
                <a:gridCol w="2121408"/>
                <a:gridCol w="1060704"/>
                <a:gridCol w="1060704"/>
                <a:gridCol w="1060704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Frites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C67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Poulet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Bœuf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2 300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B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2 300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BC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2 800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09360" y="3931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Viande grillée, légumes frais, sauce au choix, pain pita.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Fries, Frites, Boissons &amp; Combos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2323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353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🍟 Loaded Fries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1 500 F  •  Combo 2 000 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Frites garnies, sauce cheddar, viande, oignons, sauce maison.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2323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404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🍟 Frites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15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2323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56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 Boissons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67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F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Coca-Cola, Fanta, Sprite, Eau minérale.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128016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2A2A2A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COMBOS — LE MEILLEUR RAPPORT QUALITÉ / PRIX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148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 + Frites + Boisson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F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Kebab + Frites + Boisson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F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Pop's Chicken + Frites + Boisson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F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de lancement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0" y="1645920"/>
            <a:ext cx="5943600" cy="1645920"/>
          </a:xfrm>
          <a:prstGeom prst="roundRect">
            <a:avLst>
              <a:gd name="adj" fmla="val 8333"/>
            </a:avLst>
          </a:prstGeom>
          <a:solidFill>
            <a:srgbClr val="F0C6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TOTAL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94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2 000 000 F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Postes couverts 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072030" cy="640080"/>
          </a:xfrm>
          <a:prstGeom prst="roundRect">
            <a:avLst>
              <a:gd name="adj" fmla="val 14286"/>
            </a:avLst>
          </a:prstGeom>
          <a:solidFill>
            <a:srgbClr val="2323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2072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loyer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03550" y="4114800"/>
            <a:ext cx="2072030" cy="640080"/>
          </a:xfrm>
          <a:prstGeom prst="roundRect">
            <a:avLst>
              <a:gd name="adj" fmla="val 14286"/>
            </a:avLst>
          </a:prstGeom>
          <a:solidFill>
            <a:srgbClr val="2323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03550" y="4114800"/>
            <a:ext cx="2072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4114800"/>
            <a:ext cx="2072030" cy="640080"/>
          </a:xfrm>
          <a:prstGeom prst="roundRect">
            <a:avLst>
              <a:gd name="adj" fmla="val 14286"/>
            </a:avLst>
          </a:prstGeom>
          <a:solidFill>
            <a:srgbClr val="2323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58461" y="4114800"/>
            <a:ext cx="2072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initial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3371" y="4114800"/>
            <a:ext cx="2072030" cy="640080"/>
          </a:xfrm>
          <a:prstGeom prst="roundRect">
            <a:avLst>
              <a:gd name="adj" fmla="val 14286"/>
            </a:avLst>
          </a:prstGeom>
          <a:solidFill>
            <a:srgbClr val="2323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3371" y="4114800"/>
            <a:ext cx="2072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68282" y="4114800"/>
            <a:ext cx="2072030" cy="640080"/>
          </a:xfrm>
          <a:prstGeom prst="roundRect">
            <a:avLst>
              <a:gd name="adj" fmla="val 14286"/>
            </a:avLst>
          </a:prstGeom>
          <a:solidFill>
            <a:srgbClr val="2323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68282" y="4114800"/>
            <a:ext cx="2072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Répartition détaillée par poste (montants précis) pas encore définie pour ce total de 2 000 000 F — à faire ensemble.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— identité visuelle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171717"/>
          </a:solidFill>
          <a:ln w="9525">
            <a:solidFill>
              <a:srgbClr val="C9BC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#171717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Charbon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dominant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90138" y="137160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F0C674"/>
          </a:solidFill>
          <a:ln w="12700">
            <a:solidFill>
              <a:srgbClr val="C9BC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90138" y="1554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#F0C674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90138" y="20116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7298" y="242316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Wordmark, rétroéclairé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F5EBDD"/>
          </a:solidFill>
          <a:ln w="12700">
            <a:solidFill>
              <a:srgbClr val="C9BC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1636" y="1554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#F5EBDD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31636" y="20116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Crème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68796" y="242316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secondaire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3134" y="137160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FF8A3D"/>
          </a:solidFill>
          <a:ln w="12700">
            <a:solidFill>
              <a:srgbClr val="C9BC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73134" y="1554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#FF8A3D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73134" y="20116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10294" y="242316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Accents ponctuels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3383280"/>
            <a:ext cx="5943600" cy="2103120"/>
          </a:xfrm>
          <a:prstGeom prst="roundRect">
            <a:avLst>
              <a:gd name="adj" fmla="val 5217"/>
            </a:avLst>
          </a:prstGeom>
          <a:solidFill>
            <a:srgbClr val="2323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108960" y="3520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i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BOUFFE. BON PRIX. BON MOOD.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4937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basé sur l'enseigne réelle — lockup définitif pour tous les supports encore à confirmer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de marque &amp; présence en ligne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2323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DE MARQUE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Jeune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Confiant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Gourmand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Urbain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Accessible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Hungry? Pull up. »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Ingrédients frais et de qualité  •  Préparé sur place, avec passion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SOCIAUX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194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@bouff.parakou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&amp; TikTok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: Parakou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reste à définir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BOUFF — BONNE BOUFFE. BON PRIX. BON MOOD.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323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38988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&amp; marges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4905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cible et marge par produit (non encore calculés pour le menu BOUFF)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28016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323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5956" y="138988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du budget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05956" y="1783080"/>
            <a:ext cx="4905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précis des 2 000 000 F par poste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323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80720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boissons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200400"/>
            <a:ext cx="4905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en gros dès le lancement, ou boisson maison plus tôt que prévu 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69748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323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5956" y="280720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3200400"/>
            <a:ext cx="4905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site identifié à ce jour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323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22452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lancement &amp; équipe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617720"/>
            <a:ext cx="4905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 visée et taille de l'équipe au démarrage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7356" y="411480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323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05956" y="422452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définitif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05956" y="4617720"/>
            <a:ext cx="4905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entre le style doré rétroéclairé (enseigne) et le style pinceau/graffiti (menu)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2026-09-07T01:25:25Z</dcterms:created>
  <dcterms:modified xsi:type="dcterms:W3CDTF">2026-09-07T01:25:25Z</dcterms:modified>
</cp:coreProperties>
</file>